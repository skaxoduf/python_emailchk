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이메일 확인 프로그램 분석 보고서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구조 및 동작 원리 분석</a:t>
            </a:r>
          </a:p>
          <a:p>
            <a:r>
              <a:t>2026-01-01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시스템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목적: 업무용 이메일 알림 자동화 시스템</a:t>
            </a:r>
          </a:p>
          <a:p/>
          <a:p>
            <a:pPr lvl="1"/>
            <a:r>
              <a:t>주요 기능:</a:t>
            </a:r>
          </a:p>
          <a:p>
            <a:pPr lvl="2"/>
            <a:r>
              <a:t>IMAP 프로토콜을 이용한 이메일 수신 확인</a:t>
            </a:r>
          </a:p>
          <a:p>
            <a:pPr lvl="2"/>
            <a:r>
              <a:t>사용자 정의 필터링 (날짜, 발신자, 키워드)</a:t>
            </a:r>
          </a:p>
          <a:p>
            <a:pPr lvl="2"/>
            <a:r>
              <a:t>텔레그램 Bot API를 통한 실시간 알림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아키텍처 다이어그램</a:t>
            </a:r>
          </a:p>
        </p:txBody>
      </p:sp>
      <p:pic>
        <p:nvPicPr>
          <p:cNvPr id="3" name="Picture 2" descr="analysis_repo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226314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핵심 컴포넌트 분석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Main Module (main.py)</a:t>
            </a:r>
          </a:p>
          <a:p>
            <a:pPr lvl="1"/>
            <a:r>
              <a:t>프로그램의 진입점(Entry Point) 및 컨트롤 타워</a:t>
            </a:r>
          </a:p>
          <a:p>
            <a:pPr lvl="1"/>
            <a:r>
              <a:t>Schedule 라이브러리를 이용한 주기적 작업 관리 (기본 60초)</a:t>
            </a:r>
          </a:p>
          <a:p>
            <a:br/>
            <a:pPr/>
            <a:r>
              <a:t>Email Checker (email_checker.py)</a:t>
            </a:r>
          </a:p>
          <a:p>
            <a:pPr lvl="1"/>
            <a:r>
              <a:t>IMAP 서버 로그인 및 메일 Fetch</a:t>
            </a:r>
          </a:p>
          <a:p>
            <a:pPr lvl="1"/>
            <a:r>
              <a:t>서버 측 필터링(날짜) + 클라이언트 측 필터링(발신자, 키워드)</a:t>
            </a:r>
          </a:p>
          <a:p>
            <a:pPr lvl="1"/>
            <a:r>
              <a:t>중복 알림 방지 로직 (Processed UIDs)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핵심 컴포넌트 분석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Notifier (notifier.py)</a:t>
            </a:r>
          </a:p>
          <a:p>
            <a:pPr lvl="1"/>
            <a:r>
              <a:t>텔레그램 Bot API와 HTTP 통신 (Requests)</a:t>
            </a:r>
          </a:p>
          <a:p>
            <a:pPr lvl="1"/>
            <a:r>
              <a:t>알림 전송 결과 및 에러 핸들링</a:t>
            </a:r>
          </a:p>
          <a:p>
            <a:br/>
            <a:pPr/>
            <a:r>
              <a:t>Configuration (config.py)</a:t>
            </a:r>
          </a:p>
          <a:p>
            <a:pPr lvl="1"/>
            <a:r>
              <a:t>.env 파일에서 환경 변수 로드 (접속 정보, 필터 조건)</a:t>
            </a:r>
          </a:p>
          <a:p>
            <a:pPr lvl="1"/>
            <a:r>
              <a:t>데이터 전처리 (문자열 -&gt; 리스트 변환)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데이터 흐름 (Data Flow)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설정 로드: .env 파일 Read</a:t>
            </a:r>
          </a:p>
          <a:p>
            <a:pPr/>
            <a:r>
              <a:t>2. 스케줄링: 60초마다 Job 트리거</a:t>
            </a:r>
          </a:p>
          <a:p>
            <a:pPr/>
            <a:r>
              <a:t>3. 데이터 수집: IMAP 서버에서 '안 읽은' 메일 Fetch</a:t>
            </a:r>
          </a:p>
          <a:p>
            <a:pPr/>
            <a:r>
              <a:t>4. 필터링: Start Date -&gt; Sender/Keyword 검사</a:t>
            </a:r>
          </a:p>
          <a:p>
            <a:pPr/>
            <a:r>
              <a:t>5. 알림 발송: 조건 일치 시 텔레그램 메시지 전송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